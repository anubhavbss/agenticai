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— Company Overview</a:t>
            </a:r>
          </a:p>
          <a:p/>
          <a:p>
            <a:r>
              <a:t>- Healy World is a wellness technology company built around the Healy device and related programs.</a:t>
            </a:r>
          </a:p>
          <a:p>
            <a:r>
              <a:t>- Operates through a direct-selling / network marketing model with members / independent representatives.</a:t>
            </a:r>
          </a:p>
          <a:p>
            <a:r>
              <a:t>- Public-facing messaging emphasizes frequencies, wellbeing, and holistic health.</a:t>
            </a:r>
          </a:p>
          <a:p>
            <a:r>
              <a:t>- International footprint with country-specific sites and local entities.</a:t>
            </a:r>
          </a:p>
          <a:p>
            <a:r>
              <a:t>- Not a classic software company, but likely supported by digital commerce and cloud-based systems.</a:t>
            </a:r>
          </a:p>
          <a:p/>
          <a:p>
            <a:r>
              <a:t>Facts / figures</a:t>
            </a:r>
          </a:p>
          <a:p>
            <a:r>
              <a:t>- Company remains active and continues hiring.</a:t>
            </a:r>
          </a:p>
          <a:p>
            <a:r>
              <a:t>- Search results surfaced a Senior DevOps Engineer role.</a:t>
            </a:r>
          </a:p>
          <a:p/>
          <a:p>
            <a:r>
              <a:t>Sources</a:t>
            </a:r>
          </a:p>
          <a:p>
            <a:r>
              <a:t>- Healy World Research Report, Sections 2, 3, 11, 12</a:t>
            </a:r>
          </a:p>
          <a:p/>
          <a:p>
            <a:r>
              <a:t>Slide 2 — Business and Market Position</a:t>
            </a:r>
          </a:p>
          <a:p/>
          <a:p>
            <a:r>
              <a:t>- Business model centers on wearable/wellness products sold via network marketing.</a:t>
            </a:r>
          </a:p>
          <a:p>
            <a:r>
              <a:t>- Revenue appears driven by distributor activity, brand momentum, and compensation incentives.</a:t>
            </a:r>
          </a:p>
          <a:p>
            <a:r>
              <a:t>- Public estimates suggest meaningful scale, but no audited public financials were found.</a:t>
            </a:r>
          </a:p>
          <a:p>
            <a:r>
              <a:t>- Market position is shaped by health claim scrutiny and MLM-style controversy.</a:t>
            </a:r>
          </a:p>
          <a:p>
            <a:r>
              <a:t>- This is a consumer wellness + sales channel business, not a traditional SaaS or enterprise tech company.</a:t>
            </a:r>
          </a:p>
          <a:p/>
          <a:p>
            <a:r>
              <a:t>Facts / figures</a:t>
            </a:r>
          </a:p>
          <a:p>
            <a:r>
              <a:t>- Public-facing claim: ~ $130M estimated revenue in 2023.</a:t>
            </a:r>
          </a:p>
          <a:p>
            <a:r>
              <a:t>- Another estimate: $100M–$250M annual revenue as of 2026.</a:t>
            </a:r>
          </a:p>
          <a:p>
            <a:r>
              <a:t>- Treat both as unverified estimates.</a:t>
            </a:r>
          </a:p>
          <a:p/>
          <a:p>
            <a:r>
              <a:t>Sources</a:t>
            </a:r>
          </a:p>
          <a:p>
            <a:r>
              <a:t>- Healy World Research Report, Sections 4, 14, 18, 19</a:t>
            </a:r>
          </a:p>
          <a:p/>
          <a:p>
            <a:r>
              <a:t>Slide 3 — Employee Reviews and Company Culture</a:t>
            </a:r>
          </a:p>
          <a:p/>
          <a:p>
            <a:r>
              <a:t>- Employee sentiment is weak overall based on public review signals.</a:t>
            </a:r>
          </a:p>
          <a:p>
            <a:r>
              <a:t>- Glassdoor data shows 2.1 / 5 overall rating based on 19 reviews.</a:t>
            </a:r>
          </a:p>
          <a:p>
            <a:r>
              <a:t>- Ratings also indicate challenges in culture, values, and career opportunities.</a:t>
            </a:r>
          </a:p>
          <a:p>
            <a:r>
              <a:t>- Review snippets suggest some positive coworker/team spirit, but also micromanagement and inconsistent leadership.</a:t>
            </a:r>
          </a:p>
          <a:p>
            <a:r>
              <a:t>- Small regional samples may be more positive, but are too limited to outweigh the broader signal.</a:t>
            </a:r>
          </a:p>
          <a:p/>
          <a:p>
            <a:r>
              <a:t>Facts / figures</a:t>
            </a:r>
          </a:p>
          <a:p>
            <a:r>
              <a:t>- 2.1 / 5 overall</a:t>
            </a:r>
          </a:p>
          <a:p>
            <a:r>
              <a:t>- 2.7 / 5 work-life balance</a:t>
            </a:r>
          </a:p>
          <a:p>
            <a:r>
              <a:t>- 2.0 / 5 culture and values</a:t>
            </a:r>
          </a:p>
          <a:p>
            <a:r>
              <a:t>- 2.3 / 5 career opportunities</a:t>
            </a:r>
          </a:p>
          <a:p>
            <a:r>
              <a:t>- 21% would recommend working there to a friend</a:t>
            </a:r>
          </a:p>
          <a:p>
            <a:r>
              <a:t>- India sample: 4.4 / 5 based on 4 reviews (small sample)</a:t>
            </a:r>
          </a:p>
          <a:p/>
          <a:p>
            <a:r>
              <a:t>Sources</a:t>
            </a:r>
          </a:p>
          <a:p>
            <a:r>
              <a:t>- Healy World Research Report, Sections 8, 9, 17</a:t>
            </a:r>
          </a:p>
          <a:p/>
          <a:p>
            <a:r>
              <a:t>Slide 4 — Technology and IT Landscape</a:t>
            </a:r>
          </a:p>
          <a:p/>
          <a:p>
            <a:r>
              <a:t>- Public evidence suggests Healy World relies on e-commerce, CRM, distributor portals, analytics, and content platforms.</a:t>
            </a:r>
          </a:p>
          <a:p>
            <a:r>
              <a:t>- A Senior DevOps Engineer role strongly suggests active use of cloud infrastructure.</a:t>
            </a:r>
          </a:p>
          <a:p>
            <a:r>
              <a:t>- The company likely needs systems for payments, subscriptions, customer journeys, and global operations.</a:t>
            </a:r>
          </a:p>
          <a:p>
            <a:r>
              <a:t>- Exact stack details are not publicly disclosed.</a:t>
            </a:r>
          </a:p>
          <a:p>
            <a:r>
              <a:t>- Confidence is high that cloud infrastructure exists; moderate that DevOps tooling is in use.</a:t>
            </a:r>
          </a:p>
          <a:p/>
          <a:p>
            <a:r>
              <a:t>Facts / figures</a:t>
            </a:r>
          </a:p>
          <a:p>
            <a:r>
              <a:t>- Cloud/ops hiring surfaced in search results.</a:t>
            </a:r>
          </a:p>
          <a:p>
            <a:r>
              <a:t>- No confirmed public documentation of exact vendors or architecture.</a:t>
            </a:r>
          </a:p>
          <a:p/>
          <a:p>
            <a:r>
              <a:t>Sources</a:t>
            </a:r>
          </a:p>
          <a:p>
            <a:r>
              <a:t>- Healy World Research Report, Sections 11, 12, 13, 22</a:t>
            </a:r>
          </a:p>
          <a:p/>
          <a:p>
            <a:r>
              <a:t>Slide 5 — Cloud / Infrastructure Strategy</a:t>
            </a:r>
          </a:p>
          <a:p/>
          <a:p>
            <a:r>
              <a:t>- Infrastructure appears to be focused on supporting sales enablement and international commerce.</a:t>
            </a:r>
          </a:p>
          <a:p>
            <a:r>
              <a:t>- Likely priorities: availability, scale, automation, and operational stability.</a:t>
            </a:r>
          </a:p>
          <a:p>
            <a:r>
              <a:t>- DevOps hiring suggests some investment in deployment automation and reliability.</a:t>
            </a:r>
          </a:p>
          <a:p>
            <a:r>
              <a:t>- No evidence of a highly mature, deeply technical cloud program comparable to a SaaS-native company.</a:t>
            </a:r>
          </a:p>
          <a:p>
            <a:r>
              <a:t>- For IT, the environment may be support-oriented rather than product-engineering-led.</a:t>
            </a:r>
          </a:p>
          <a:p/>
          <a:p>
            <a:r>
              <a:t>Facts / figures</a:t>
            </a:r>
          </a:p>
          <a:p>
            <a:r>
              <a:t>- Public role signals reference cloud-based infrastructure.</a:t>
            </a:r>
          </a:p>
          <a:p>
            <a:r>
              <a:t>- No public evidence of detailed IaC, CI/CD, or SRE maturity levels.</a:t>
            </a:r>
          </a:p>
          <a:p/>
          <a:p>
            <a:r>
              <a:t>Sources</a:t>
            </a:r>
          </a:p>
          <a:p>
            <a:r>
              <a:t>- Healy World Research Report, Sections 11, 12, 13, 20, 22</a:t>
            </a:r>
          </a:p>
          <a:p/>
          <a:p>
            <a:r>
              <a:t>Slide 6 — AI / Digital Transformation</a:t>
            </a:r>
          </a:p>
          <a:p/>
          <a:p>
            <a:r>
              <a:t>- No clear public evidence of a formal AI strategy or dedicated AI program.</a:t>
            </a:r>
          </a:p>
          <a:p>
            <a:r>
              <a:t>- AI usage appears likely to be opportunistic, not core to the business model.</a:t>
            </a:r>
          </a:p>
          <a:p>
            <a:r>
              <a:t>- Most plausible use cases: analytics, marketing workflows, customer support, and content generation.</a:t>
            </a:r>
          </a:p>
          <a:p>
            <a:r>
              <a:t>- Digital transformation seems more focused on commerce, automation, and distributor experience than advanced AI products.</a:t>
            </a:r>
          </a:p>
          <a:p>
            <a:r>
              <a:t>- A Cloud/IT leader would likely need to build the foundation before advanced AI adoption.</a:t>
            </a:r>
          </a:p>
          <a:p/>
          <a:p>
            <a:r>
              <a:t>Facts / figures</a:t>
            </a:r>
          </a:p>
          <a:p>
            <a:r>
              <a:t>- No public AI labs, ML products, or documented AI roadmap found.</a:t>
            </a:r>
          </a:p>
          <a:p/>
          <a:p>
            <a:r>
              <a:t>Sources</a:t>
            </a:r>
          </a:p>
          <a:p>
            <a:r>
              <a:t>- Healy World Research Report, Sections 12, 13, 20</a:t>
            </a:r>
          </a:p>
          <a:p/>
          <a:p>
            <a:r>
              <a:t>Slide 7 — Future Technology Direction</a:t>
            </a:r>
          </a:p>
          <a:p/>
          <a:p>
            <a:r>
              <a:t>- Likely near-term direction: better cloud scalability, automation, and digital experience improvements.</a:t>
            </a:r>
          </a:p>
          <a:p>
            <a:r>
              <a:t>- Potential focus areas: fulfillment automation, member management, and analytics for distributor performance.</a:t>
            </a:r>
          </a:p>
          <a:p>
            <a:r>
              <a:t>- AI may be introduced for support and content workflows if the company invests further.</a:t>
            </a:r>
          </a:p>
          <a:p>
            <a:r>
              <a:t>- Strategic risk: technology may remain a support function instead of becoming a core capability.</a:t>
            </a:r>
          </a:p>
          <a:p>
            <a:r>
              <a:t>- Long-term progress depends on whether leadership prioritizes modernization, security, and developer experience.</a:t>
            </a:r>
          </a:p>
          <a:p/>
          <a:p>
            <a:r>
              <a:t>Facts / figures</a:t>
            </a:r>
          </a:p>
          <a:p>
            <a:r>
              <a:t>- No public roadmap disclosed.</a:t>
            </a:r>
          </a:p>
          <a:p>
            <a:r>
              <a:t>- Enhanced compensation plan published effective August 1, 2024 may indicate broader operational recalibration.</a:t>
            </a:r>
          </a:p>
          <a:p/>
          <a:p>
            <a:r>
              <a:t>Sources</a:t>
            </a:r>
          </a:p>
          <a:p>
            <a:r>
              <a:t>- Healy World Research Report, Sections 5, 6, 13, 18</a:t>
            </a:r>
          </a:p>
          <a:p/>
          <a:p>
            <a:r>
              <a:t>Slide 8 — Opportunities for Cloud / DevOps / SRE Professionals</a:t>
            </a:r>
          </a:p>
          <a:p/>
          <a:p>
            <a:r>
              <a:t>- Possible chance to own broad infrastructure scope in a smaller organization.</a:t>
            </a:r>
          </a:p>
          <a:p>
            <a:r>
              <a:t>- Opportunity to modernize systems supporting global e-commerce and distributor operations.</a:t>
            </a:r>
          </a:p>
          <a:p>
            <a:r>
              <a:t>- Potential exposure to automation, monitoring, deployments, and cloud reliability.</a:t>
            </a:r>
          </a:p>
          <a:p>
            <a:r>
              <a:t>- Cross-functional work may include sales, marketing, operations, and compliance.</a:t>
            </a:r>
          </a:p>
          <a:p>
            <a:r>
              <a:t>- Could be a good fit for professionals who want autonomy and visible impact.</a:t>
            </a:r>
          </a:p>
          <a:p/>
          <a:p>
            <a:r>
              <a:t>Facts / figures</a:t>
            </a:r>
          </a:p>
          <a:p>
            <a:r>
              <a:t>- Search results surfaced a Senior DevOps Engineer opening.</a:t>
            </a:r>
          </a:p>
          <a:p>
            <a:r>
              <a:t>- Work may involve cloud-based systems, but the architecture is not public.</a:t>
            </a:r>
          </a:p>
          <a:p/>
          <a:p>
            <a:r>
              <a:t>Sources</a:t>
            </a:r>
          </a:p>
          <a:p>
            <a:r>
              <a:t>- Healy World Research Report, Sections 10, 11, 20, 22</a:t>
            </a:r>
          </a:p>
          <a:p/>
          <a:p>
            <a:r>
              <a:t>Slide 9 — Career Growth and Job Stability</a:t>
            </a:r>
          </a:p>
          <a:p/>
          <a:p>
            <a:r>
              <a:t>- Career prospects appear mixed to below average for technical staff.</a:t>
            </a:r>
          </a:p>
          <a:p>
            <a:r>
              <a:t>- Public reviews suggest limited career opportunities and uneven leadership quality.</a:t>
            </a:r>
          </a:p>
          <a:p>
            <a:r>
              <a:t>- Workforce signals indicate the company is not rapidly expanding headcount.</a:t>
            </a:r>
          </a:p>
          <a:p>
            <a:r>
              <a:t>- Stability risk is elevated due to reputational pressure and compliance-driven changes.</a:t>
            </a:r>
          </a:p>
          <a:p>
            <a:r>
              <a:t>- Best fit is likely a professional seeking a transitional role rather than a top-tier engineering career destination.</a:t>
            </a:r>
          </a:p>
          <a:p/>
          <a:p>
            <a:r>
              <a:t>Facts / figures</a:t>
            </a:r>
          </a:p>
          <a:p>
            <a:r>
              <a:t>- Workforce reportedly declined 12.7% from 2023 to 2026.</a:t>
            </a:r>
          </a:p>
          <a:p>
            <a:r>
              <a:t>- Down 0.9% year over year in 2026.</a:t>
            </a:r>
          </a:p>
          <a:p>
            <a:r>
              <a:t>- Low of 627 employees in Q1 2026, with some recovery afterward.</a:t>
            </a:r>
          </a:p>
          <a:p/>
          <a:p>
            <a:r>
              <a:t>Sources</a:t>
            </a:r>
          </a:p>
          <a:p>
            <a:r>
              <a:t>- Healy World Research Report, Sections 3, 8, 10, 20, 21</a:t>
            </a:r>
          </a:p>
          <a:p/>
          <a:p>
            <a:r>
              <a:t>Slide 10 — Key Findings and Sources</a:t>
            </a:r>
          </a:p>
          <a:p/>
          <a:p>
            <a:r>
              <a:t>- Healy World is a real, active, international wellness company with ongoing hiring and digital operations.</a:t>
            </a:r>
          </a:p>
          <a:p>
            <a:r>
              <a:t>- Public evidence also shows high reputational and regulatory risk.</a:t>
            </a:r>
          </a:p>
          <a:p>
            <a:r>
              <a:t>- For Cloud/IT professionals, the role may offer broad scope, but the company does not show strong public signals of engineering maturity.</a:t>
            </a:r>
          </a:p>
          <a:p>
            <a:r>
              <a:t>- Employee sentiment is weak overall and should be taken seriously.</a:t>
            </a:r>
          </a:p>
          <a:p>
            <a:r>
              <a:t>- Overall assessment: selective-fit employer, not a low-risk technology destination.</a:t>
            </a:r>
          </a:p>
          <a:p/>
          <a:p>
            <a:r>
              <a:t>Facts / figures</a:t>
            </a:r>
          </a:p>
          <a:p>
            <a:r>
              <a:t>- Glassdoor: 2.1 / 5 overall</a:t>
            </a:r>
          </a:p>
          <a:p>
            <a:r>
              <a:t>- Public revenue claims: ~ $130M (2023 estimate) and $100M–$250M (2026 estimate)</a:t>
            </a:r>
          </a:p>
          <a:p>
            <a:r>
              <a:t>- Regulatory examples:</a:t>
            </a:r>
          </a:p>
          <a:p>
            <a:r>
              <a:t>  - DSSRC recommendation to discontinue certain claims</a:t>
            </a:r>
          </a:p>
          <a:p>
            <a:r>
              <a:t>  - Australian TGA infringement notices totaling A$26,640</a:t>
            </a:r>
          </a:p>
          <a:p/>
          <a:p>
            <a:r>
              <a:t>Sources</a:t>
            </a:r>
          </a:p>
          <a:p>
            <a:r>
              <a:t>- Healy World Research Report, Sections 1, 5, 6, 8, 10, 14, 15, 21, 23</a:t>
            </a:r>
          </a:p>
          <a:p/>
          <a:p>
            <a:r>
              <a:t>Source References Used in this Presentation</a:t>
            </a:r>
          </a:p>
          <a:p/>
          <a:p>
            <a:r>
              <a:t>- Healy World Research Report — Sections 1–23</a:t>
            </a:r>
          </a:p>
          <a:p>
            <a:r>
              <a:t>- Specific evidence referenced across:</a:t>
            </a:r>
          </a:p>
          <a:p>
            <a:r>
              <a:t>  - Executive Overview</a:t>
            </a:r>
          </a:p>
          <a:p>
            <a:r>
              <a:t>  - Company Snapshot</a:t>
            </a:r>
          </a:p>
          <a:p>
            <a:r>
              <a:t>  - Current Company Status and Health</a:t>
            </a:r>
          </a:p>
          <a:p>
            <a:r>
              <a:t>  - Employee Reviews and Sentiment</a:t>
            </a:r>
          </a:p>
          <a:p>
            <a:r>
              <a:t>  - Cloud and IT Technology Stack</a:t>
            </a:r>
          </a:p>
          <a:p>
            <a:r>
              <a:t>  - Investment in Cloud / Infrastructure / DevOps / AI</a:t>
            </a:r>
          </a:p>
          <a:p>
            <a:r>
              <a:t>  - Recent News and Events</a:t>
            </a:r>
          </a:p>
          <a:p>
            <a:r>
              <a:t>  - Future Outlook and Potential Developments</a:t>
            </a:r>
          </a:p>
          <a:p>
            <a:r>
              <a:t>  - Overall Assessment for a Cloud/IT Professional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